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
  </p:notesMasterIdLst>
  <p:handoutMasterIdLst>
    <p:handoutMasterId r:id="rId5"/>
  </p:handoutMasterIdLst>
  <p:sldIdLst>
    <p:sldId id="282" r:id="rId2"/>
    <p:sldId id="283" r:id="rId3"/>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166">
          <p15:clr>
            <a:srgbClr val="A4A3A4"/>
          </p15:clr>
        </p15:guide>
        <p15:guide id="4" orient="horz" pos="1632">
          <p15:clr>
            <a:srgbClr val="A4A3A4"/>
          </p15:clr>
        </p15:guide>
        <p15:guide id="5" pos="184">
          <p15:clr>
            <a:srgbClr val="A4A3A4"/>
          </p15:clr>
        </p15:guide>
        <p15:guide id="6" pos="22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CC3"/>
    <a:srgbClr val="E95D44"/>
    <a:srgbClr val="0F96FA"/>
    <a:srgbClr val="F1592D"/>
    <a:srgbClr val="0F9FFA"/>
    <a:srgbClr val="0F9FC3"/>
    <a:srgbClr val="B8B8B8"/>
    <a:srgbClr val="000000"/>
    <a:srgbClr val="FFFFFF"/>
    <a:srgbClr val="1199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3" autoAdjust="0"/>
    <p:restoredTop sz="88044" autoAdjust="0"/>
  </p:normalViewPr>
  <p:slideViewPr>
    <p:cSldViewPr snapToGrid="0" snapToObjects="1">
      <p:cViewPr varScale="1">
        <p:scale>
          <a:sx n="80" d="100"/>
          <a:sy n="80" d="100"/>
        </p:scale>
        <p:origin x="1320" y="60"/>
      </p:cViewPr>
      <p:guideLst>
        <p:guide orient="horz" pos="1620"/>
        <p:guide pos="2880"/>
        <p:guide orient="horz" pos="166"/>
        <p:guide orient="horz" pos="1632"/>
        <p:guide pos="184"/>
        <p:guide pos="223"/>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8/22/2019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1143000" y="685800"/>
            <a:ext cx="4572000" cy="3429000"/>
          </a:xfrm>
          <a:prstGeom prst="rect">
            <a:avLst/>
          </a:prstGeom>
        </p:spPr>
        <p:txBody>
          <a:bodyPr/>
          <a:lstStyle/>
          <a:p>
            <a:endParaRPr/>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5465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79352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40" name="Shape 40"/>
          <p:cNvSpPr>
            <a:spLocks noGrp="1"/>
          </p:cNvSpPr>
          <p:nvPr>
            <p:ph type="title" hasCustomPrompt="1"/>
          </p:nvPr>
        </p:nvSpPr>
        <p:spPr>
          <a:xfrm>
            <a:off x="343165" y="302890"/>
            <a:ext cx="3441435" cy="865509"/>
          </a:xfrm>
          <a:prstGeom prst="rect">
            <a:avLst/>
          </a:prstGeom>
        </p:spPr>
        <p:txBody>
          <a:bodyPr anchor="t">
            <a:noAutofit/>
          </a:bodyPr>
          <a:lstStyle>
            <a:lvl1pPr>
              <a:defRPr sz="2400">
                <a:solidFill>
                  <a:srgbClr val="007CC3"/>
                </a:solidFill>
              </a:defRPr>
            </a:lvl1pPr>
          </a:lstStyle>
          <a:p>
            <a:r>
              <a:rPr lang="en-US" dirty="0" smtClean="0"/>
              <a:t>TITLE TEXT</a:t>
            </a:r>
            <a:endParaRPr lang="en-US" dirty="0"/>
          </a:p>
        </p:txBody>
      </p:sp>
      <p:pic>
        <p:nvPicPr>
          <p:cNvPr id="4" name="Picture 3"/>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242638205"/>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94789" y="2071688"/>
            <a:ext cx="7134329" cy="1009650"/>
          </a:xfrm>
          <a:prstGeom prst="rect">
            <a:avLst/>
          </a:prstGeom>
        </p:spPr>
        <p:txBody>
          <a:bodyPr anchor="ctr">
            <a:noAutofit/>
          </a:bodyPr>
          <a:lstStyle>
            <a:lvl1pPr algn="ctr">
              <a:defRPr sz="2400" b="0">
                <a:solidFill>
                  <a:srgbClr val="007CC3"/>
                </a:solidFill>
              </a:defRPr>
            </a:lvl1pPr>
          </a:lstStyle>
          <a:p>
            <a:r>
              <a:rPr lang="en-US" dirty="0" smtClean="0"/>
              <a:t>TITLE TEXT</a:t>
            </a:r>
            <a:endParaRPr lang="en-US" dirty="0"/>
          </a:p>
        </p:txBody>
      </p:sp>
      <p:sp>
        <p:nvSpPr>
          <p:cNvPr id="13"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19"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pic>
        <p:nvPicPr>
          <p:cNvPr id="9" name="Picture 8"/>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198843792"/>
      </p:ext>
    </p:extLst>
  </p:cSld>
  <p:clrMapOvr>
    <a:masterClrMapping/>
  </p:clrMapOvr>
  <p:transition spd="med"/>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807244" y="1659428"/>
            <a:ext cx="7527837" cy="732080"/>
          </a:xfrm>
          <a:prstGeom prst="rect">
            <a:avLst/>
          </a:prstGeom>
        </p:spPr>
        <p:txBody>
          <a:bodyPr anchor="ctr">
            <a:noAutofit/>
          </a:bodyPr>
          <a:lstStyle>
            <a:lvl1pPr algn="ctr">
              <a:defRPr sz="2400">
                <a:solidFill>
                  <a:srgbClr val="007CC3"/>
                </a:solidFill>
              </a:defRPr>
            </a:lvl1pPr>
          </a:lstStyle>
          <a:p>
            <a:r>
              <a:rPr lang="en-US" dirty="0" smtClean="0"/>
              <a:t>TITLE TEXT</a:t>
            </a:r>
            <a:endParaRPr lang="en-US" dirty="0"/>
          </a:p>
        </p:txBody>
      </p:sp>
      <p:sp>
        <p:nvSpPr>
          <p:cNvPr id="14" name="Text Placeholder 2"/>
          <p:cNvSpPr>
            <a:spLocks noGrp="1"/>
          </p:cNvSpPr>
          <p:nvPr>
            <p:ph type="body" idx="1" hasCustomPrompt="1"/>
          </p:nvPr>
        </p:nvSpPr>
        <p:spPr>
          <a:xfrm>
            <a:off x="1161819" y="2576513"/>
            <a:ext cx="6865555" cy="315250"/>
          </a:xfrm>
          <a:prstGeom prst="rect">
            <a:avLst/>
          </a:prstGeom>
        </p:spPr>
        <p:txBody>
          <a:bodyPr anchor="t">
            <a:noAutofit/>
          </a:bodyPr>
          <a:lstStyle>
            <a:lvl1pPr marL="342900" indent="-342900" algn="ctr">
              <a:buNone/>
              <a:defRPr kumimoji="0" lang="en-US" sz="16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smtClean="0"/>
              <a:t>CLICK TO EDIT MASTER TEXT STYLES</a:t>
            </a:r>
          </a:p>
        </p:txBody>
      </p:sp>
      <p:sp>
        <p:nvSpPr>
          <p:cNvPr id="15" name="Text Placeholder 2"/>
          <p:cNvSpPr>
            <a:spLocks noGrp="1"/>
          </p:cNvSpPr>
          <p:nvPr>
            <p:ph type="body" idx="10" hasCustomPrompt="1"/>
          </p:nvPr>
        </p:nvSpPr>
        <p:spPr>
          <a:xfrm>
            <a:off x="1987453" y="3212586"/>
            <a:ext cx="5323411" cy="781802"/>
          </a:xfrm>
          <a:prstGeom prst="rect">
            <a:avLst/>
          </a:prstGeom>
        </p:spPr>
        <p:txBody>
          <a:bodyPr anchor="t">
            <a:noAutofit/>
          </a:bodyPr>
          <a:lstStyle>
            <a:lvl1pPr marL="0" indent="0" algn="ctr">
              <a:buNone/>
              <a:defRPr kumimoji="0" lang="en-US" sz="12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smtClean="0"/>
              <a:t>CLICK TO EDIT MASTER TEXT STYLES</a:t>
            </a:r>
          </a:p>
        </p:txBody>
      </p:sp>
      <p:sp>
        <p:nvSpPr>
          <p:cNvPr id="16"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pic>
        <p:nvPicPr>
          <p:cNvPr id="11" name="Picture 10"/>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7772418"/>
      </p:ext>
    </p:extLst>
  </p:cSld>
  <p:clrMapOvr>
    <a:masterClrMapping/>
  </p:clrMapOvr>
  <p:transition spd="med"/>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447688" y="1150334"/>
            <a:ext cx="7027365" cy="475265"/>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41"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42"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43"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37" name="Picture 36"/>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309329221"/>
      </p:ext>
    </p:extLst>
  </p:cSld>
  <p:clrMapOvr>
    <a:masterClrMapping/>
  </p:clrMapOvr>
  <p:transition spd="med"/>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57402" y="1150334"/>
            <a:ext cx="7027365" cy="475265"/>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722376293"/>
      </p:ext>
    </p:extLst>
  </p:cSld>
  <p:clrMapOvr>
    <a:masterClrMapping/>
  </p:clrMapOvr>
  <p:transition spd="med"/>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447578" y="1150334"/>
            <a:ext cx="6574927" cy="475265"/>
          </a:xfrm>
          <a:prstGeom prst="rect">
            <a:avLst/>
          </a:prstGeom>
        </p:spPr>
        <p:txBody>
          <a:bodyPr anchor="t">
            <a:noAutofit/>
          </a:bodyPr>
          <a:lstStyle>
            <a:lvl1pPr>
              <a:tabLst/>
              <a:defRPr sz="2000" b="0">
                <a:solidFill>
                  <a:schemeClr val="tx1"/>
                </a:solidFill>
              </a:defRPr>
            </a:lvl1pPr>
          </a:lstStyle>
          <a:p>
            <a:r>
              <a:rPr lang="en-US" dirty="0" smtClean="0"/>
              <a:t>Title text</a:t>
            </a:r>
            <a:endParaRPr lang="en-US" dirty="0"/>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73566258"/>
      </p:ext>
    </p:extLst>
  </p:cSld>
  <p:clrMapOvr>
    <a:masterClrMapping/>
  </p:clrMapOvr>
  <p:transition spd="med"/>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5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034367" y="1150334"/>
            <a:ext cx="6224292" cy="475265"/>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955877283"/>
      </p:ext>
    </p:extLst>
  </p:cSld>
  <p:clrMapOvr>
    <a:masterClrMapping/>
  </p:clrMapOvr>
  <p:transition spd="med"/>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6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488601" y="1150334"/>
            <a:ext cx="5585301" cy="475265"/>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a:p>
        </p:txBody>
      </p:sp>
      <p:pic>
        <p:nvPicPr>
          <p:cNvPr id="42" name="Picture 4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26313949"/>
      </p:ext>
    </p:extLst>
  </p:cSld>
  <p:clrMapOvr>
    <a:masterClrMapping/>
  </p:clrMapOvr>
  <p:transition spd="med"/>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5298135" y="1287358"/>
            <a:ext cx="3175397" cy="681142"/>
          </a:xfrm>
          <a:prstGeom prst="rect">
            <a:avLst/>
          </a:prstGeom>
        </p:spPr>
        <p:txBody>
          <a:bodyPr anchor="ctr">
            <a:noAutofit/>
          </a:bodyPr>
          <a:lstStyle>
            <a:lvl1pPr algn="l">
              <a:defRPr sz="2000">
                <a:solidFill>
                  <a:srgbClr val="007CC3"/>
                </a:solidFill>
              </a:defRPr>
            </a:lvl1pPr>
          </a:lstStyle>
          <a:p>
            <a:r>
              <a:rPr lang="en-US" dirty="0" smtClean="0"/>
              <a:t>TITLE TEXT</a:t>
            </a:r>
            <a:endParaRPr lang="en-US" dirty="0"/>
          </a:p>
        </p:txBody>
      </p:sp>
      <p:sp>
        <p:nvSpPr>
          <p:cNvPr id="7" name="Text Placeholder 2"/>
          <p:cNvSpPr txBox="1">
            <a:spLocks/>
          </p:cNvSpPr>
          <p:nvPr userDrawn="1"/>
        </p:nvSpPr>
        <p:spPr>
          <a:xfrm>
            <a:off x="3046371" y="4525322"/>
            <a:ext cx="4459330" cy="380748"/>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500" dirty="0" smtClean="0">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grpSp>
        <p:nvGrpSpPr>
          <p:cNvPr id="3" name="Group 2"/>
          <p:cNvGrpSpPr/>
          <p:nvPr userDrawn="1"/>
        </p:nvGrpSpPr>
        <p:grpSpPr>
          <a:xfrm>
            <a:off x="-8920" y="826573"/>
            <a:ext cx="9161828" cy="3459862"/>
            <a:chOff x="-8920" y="826573"/>
            <a:chExt cx="9161828" cy="3459862"/>
          </a:xfrm>
          <a:solidFill>
            <a:srgbClr val="007CC3"/>
          </a:solidFill>
        </p:grpSpPr>
        <p:sp>
          <p:nvSpPr>
            <p:cNvPr id="27" name="object 2"/>
            <p:cNvSpPr/>
            <p:nvPr userDrawn="1"/>
          </p:nvSpPr>
          <p:spPr>
            <a:xfrm>
              <a:off x="2073399" y="826573"/>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a:p>
          </p:txBody>
        </p:sp>
        <p:grpSp>
          <p:nvGrpSpPr>
            <p:cNvPr id="2" name="Group 1"/>
            <p:cNvGrpSpPr/>
            <p:nvPr userDrawn="1"/>
          </p:nvGrpSpPr>
          <p:grpSpPr>
            <a:xfrm>
              <a:off x="-8920" y="2124012"/>
              <a:ext cx="9161828" cy="865432"/>
              <a:chOff x="-8920" y="2124012"/>
              <a:chExt cx="9161828" cy="865432"/>
            </a:xfrm>
            <a:grpFill/>
          </p:grpSpPr>
          <p:sp>
            <p:nvSpPr>
              <p:cNvPr id="1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2"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3"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4"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16"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7"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18"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19"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29"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30"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1"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2"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33"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4"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5"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grpSp>
      </p:grpSp>
      <p:pic>
        <p:nvPicPr>
          <p:cNvPr id="28" name="Picture 27"/>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340575716"/>
      </p:ext>
    </p:extLst>
  </p:cSld>
  <p:clrMapOvr>
    <a:masterClrMapping/>
  </p:clrMapOvr>
  <p:transition spd="med"/>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3" name="Text Placeholder 2"/>
          <p:cNvSpPr>
            <a:spLocks noGrp="1"/>
          </p:cNvSpPr>
          <p:nvPr>
            <p:ph type="body" sz="quarter" idx="10"/>
          </p:nvPr>
        </p:nvSpPr>
        <p:spPr>
          <a:xfrm>
            <a:off x="197943" y="734464"/>
            <a:ext cx="8421947"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0" name="Picture 9"/>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2829703"/>
      </p:ext>
    </p:extLst>
  </p:cSld>
  <p:clrMapOvr>
    <a:masterClrMapping/>
  </p:clrMapOvr>
  <p:transition spd="med"/>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4768" y="150264"/>
            <a:ext cx="8723050" cy="452986"/>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3" name="Text Placeholder 2"/>
          <p:cNvSpPr>
            <a:spLocks noGrp="1"/>
          </p:cNvSpPr>
          <p:nvPr>
            <p:ph type="body" sz="quarter" idx="10"/>
          </p:nvPr>
        </p:nvSpPr>
        <p:spPr>
          <a:xfrm>
            <a:off x="194768" y="1164692"/>
            <a:ext cx="8509720" cy="3144173"/>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quarter" idx="11"/>
          </p:nvPr>
        </p:nvSpPr>
        <p:spPr>
          <a:xfrm>
            <a:off x="194768" y="611512"/>
            <a:ext cx="8723049" cy="386333"/>
          </a:xfrm>
          <a:prstGeom prst="rect">
            <a:avLst/>
          </a:prstGeom>
        </p:spPr>
        <p:txBody>
          <a:bodyPr/>
          <a:lstStyle>
            <a:lvl1pPr marL="0" indent="0">
              <a:buNone/>
              <a:defRPr sz="1600">
                <a:solidFill>
                  <a:schemeClr val="tx2">
                    <a:lumMod val="50000"/>
                  </a:schemeClr>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smtClean="0"/>
              <a:t>Click to edit Master text styles</a:t>
            </a:r>
            <a:endParaRPr lang="en-US" dirty="0"/>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1" name="Picture 10"/>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642038923"/>
      </p:ext>
    </p:extLst>
  </p:cSld>
  <p:clrMapOvr>
    <a:masterClrMapping/>
  </p:clrMapOvr>
  <p:transition spd="med"/>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7_Custom Layout">
    <p:spTree>
      <p:nvGrpSpPr>
        <p:cNvPr id="1" name=""/>
        <p:cNvGrpSpPr/>
        <p:nvPr/>
      </p:nvGrpSpPr>
      <p:grpSpPr>
        <a:xfrm>
          <a:off x="0" y="0"/>
          <a:ext cx="0" cy="0"/>
          <a:chOff x="0" y="0"/>
          <a:chExt cx="0" cy="0"/>
        </a:xfrm>
      </p:grpSpPr>
      <p:sp>
        <p:nvSpPr>
          <p:cNvPr id="20"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bg1"/>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19" name="Picture 18"/>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076237770"/>
      </p:ext>
    </p:extLst>
  </p:cSld>
  <p:clrMapOvr>
    <a:masterClrMapping/>
  </p:clrMapOvr>
  <p:transition spd="med"/>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337" y="150264"/>
            <a:ext cx="8723050" cy="452986"/>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17" name="Text Placeholder 2"/>
          <p:cNvSpPr>
            <a:spLocks noGrp="1"/>
          </p:cNvSpPr>
          <p:nvPr>
            <p:ph type="body" idx="1"/>
          </p:nvPr>
        </p:nvSpPr>
        <p:spPr>
          <a:xfrm>
            <a:off x="199337" y="617948"/>
            <a:ext cx="8723050" cy="568873"/>
          </a:xfrm>
          <a:prstGeom prst="rect">
            <a:avLst/>
          </a:prstGeom>
        </p:spPr>
        <p:txBody>
          <a:bodyPr anchor="t">
            <a:noAutofit/>
          </a:bodyPr>
          <a:lstStyle>
            <a:lvl1pPr marL="342900" indent="-342900">
              <a:buNone/>
              <a:defRPr kumimoji="0" lang="en-US" sz="160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smtClean="0"/>
              <a:t>Click to edit Master text styles</a:t>
            </a:r>
          </a:p>
        </p:txBody>
      </p:sp>
      <p:sp>
        <p:nvSpPr>
          <p:cNvPr id="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0" name="Picture 9"/>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247470756"/>
      </p:ext>
    </p:extLst>
  </p:cSld>
  <p:clrMapOvr>
    <a:masterClrMapping/>
  </p:clrMapOvr>
  <p:transition spd="med"/>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0" y="150264"/>
            <a:ext cx="8723050" cy="452986"/>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9" name="Picture 8"/>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44999651"/>
      </p:ext>
    </p:extLst>
  </p:cSld>
  <p:clrMapOvr>
    <a:masterClrMapping/>
  </p:clrMapOvr>
  <p:transition spd="med"/>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185" y="150264"/>
            <a:ext cx="8723050" cy="452986"/>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0" name="Text Placeholder 2"/>
          <p:cNvSpPr>
            <a:spLocks noGrp="1"/>
          </p:cNvSpPr>
          <p:nvPr>
            <p:ph type="body" sz="quarter" idx="10"/>
          </p:nvPr>
        </p:nvSpPr>
        <p:spPr>
          <a:xfrm>
            <a:off x="4484914"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1" name="Picture 10"/>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237227261"/>
      </p:ext>
    </p:extLst>
  </p:cSld>
  <p:clrMapOvr>
    <a:masterClrMapping/>
  </p:clrMapOvr>
  <p:transition spd="med"/>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4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smtClean="0"/>
              <a:t>Title text</a:t>
            </a:r>
            <a:endParaRPr lang="en-US" dirty="0"/>
          </a:p>
        </p:txBody>
      </p:sp>
      <p:sp>
        <p:nvSpPr>
          <p:cNvPr id="3" name="Text Placeholder 2"/>
          <p:cNvSpPr>
            <a:spLocks noGrp="1"/>
          </p:cNvSpPr>
          <p:nvPr>
            <p:ph type="body" sz="quarter" idx="10"/>
          </p:nvPr>
        </p:nvSpPr>
        <p:spPr>
          <a:xfrm>
            <a:off x="197943"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9" name="Text Placeholder 2"/>
          <p:cNvSpPr>
            <a:spLocks noGrp="1"/>
          </p:cNvSpPr>
          <p:nvPr>
            <p:ph type="body" sz="quarter" idx="11"/>
          </p:nvPr>
        </p:nvSpPr>
        <p:spPr>
          <a:xfrm>
            <a:off x="4683632"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12" name="Picture 11"/>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3143605"/>
      </p:ext>
    </p:extLst>
  </p:cSld>
  <p:clrMapOvr>
    <a:masterClrMapping/>
  </p:clrMapOvr>
  <p:transition spd="med"/>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1_Custom Layout">
    <p:spTree>
      <p:nvGrpSpPr>
        <p:cNvPr id="1" name=""/>
        <p:cNvGrpSpPr/>
        <p:nvPr/>
      </p:nvGrpSpPr>
      <p:grpSpPr>
        <a:xfrm>
          <a:off x="0" y="0"/>
          <a:ext cx="0" cy="0"/>
          <a:chOff x="0" y="0"/>
          <a:chExt cx="0" cy="0"/>
        </a:xfrm>
      </p:grpSpPr>
      <p:sp>
        <p:nvSpPr>
          <p:cNvPr id="4"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pic>
        <p:nvPicPr>
          <p:cNvPr id="7" name="Picture 6"/>
          <p:cNvPicPr>
            <a:picLocks noChangeAspect="1"/>
          </p:cNvPicPr>
          <p:nvPr userDrawn="1"/>
        </p:nvPicPr>
        <p:blipFill>
          <a:blip r:embed="rId2"/>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321887839"/>
      </p:ext>
    </p:extLst>
  </p:cSld>
  <p:clrMapOvr>
    <a:masterClrMapping/>
  </p:clrMapOvr>
  <p:transition spd="med"/>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7" name="Picture 6"/>
          <p:cNvPicPr>
            <a:picLocks noChangeAspect="1"/>
          </p:cNvPicPr>
          <p:nvPr userDrawn="1"/>
        </p:nvPicPr>
        <p:blipFill>
          <a:blip r:embed="rId2">
            <a:biLevel thresh="25000"/>
          </a:blip>
          <a:stretch>
            <a:fillRect/>
          </a:stretch>
        </p:blipFill>
        <p:spPr>
          <a:xfrm>
            <a:off x="8024812" y="4505338"/>
            <a:ext cx="914401" cy="467410"/>
          </a:xfrm>
          <a:prstGeom prst="rect">
            <a:avLst/>
          </a:prstGeom>
        </p:spPr>
      </p:pic>
    </p:spTree>
    <p:extLst>
      <p:ext uri="{BB962C8B-B14F-4D97-AF65-F5344CB8AC3E}">
        <p14:creationId xmlns:p14="http://schemas.microsoft.com/office/powerpoint/2010/main" val="2513217542"/>
      </p:ext>
    </p:extLst>
  </p:cSld>
  <p:clrMapOvr>
    <a:masterClrMapping/>
  </p:clrMapOvr>
  <p:transition spd="med"/>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 id="2147483691" r:id="rId2"/>
    <p:sldLayoutId id="2147483684" r:id="rId3"/>
    <p:sldLayoutId id="2147483682" r:id="rId4"/>
    <p:sldLayoutId id="2147483699" r:id="rId5"/>
    <p:sldLayoutId id="2147483700" r:id="rId6"/>
    <p:sldLayoutId id="2147483701" r:id="rId7"/>
    <p:sldLayoutId id="2147483702" r:id="rId8"/>
    <p:sldLayoutId id="2147483680" r:id="rId9"/>
    <p:sldLayoutId id="2147483696" r:id="rId10"/>
    <p:sldLayoutId id="2147483685" r:id="rId11"/>
    <p:sldLayoutId id="2147483704" r:id="rId12"/>
    <p:sldLayoutId id="2147483686" r:id="rId13"/>
    <p:sldLayoutId id="2147483698" r:id="rId14"/>
    <p:sldLayoutId id="2147483695" r:id="rId15"/>
    <p:sldLayoutId id="2147483697" r:id="rId16"/>
    <p:sldLayoutId id="2147483694" r:id="rId17"/>
    <p:sldLayoutId id="2147483676" r:id="rId18"/>
  </p:sldLayoutIdLst>
  <p:transition spd="med"/>
  <p:timing>
    <p:tnLst>
      <p:par>
        <p:cTn id="1" dur="indefinite" restart="never" nodeType="tmRoot"/>
      </p:par>
    </p:tnLst>
  </p:timing>
  <p:hf hdr="0" ftr="0" dt="0"/>
  <p:txStyles>
    <p:title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tsakaash.infosys.com/adfs/portal/updatepassword" TargetMode="External"/><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3768" y="-61085"/>
            <a:ext cx="7603958" cy="310119"/>
          </a:xfrm>
        </p:spPr>
        <p:txBody>
          <a:bodyPr/>
          <a:lstStyle/>
          <a:p>
            <a:pPr algn="ctr"/>
            <a:r>
              <a:rPr lang="en-US" sz="2400" b="1" dirty="0" smtClean="0">
                <a:solidFill>
                  <a:srgbClr val="007CC3"/>
                </a:solidFill>
              </a:rPr>
              <a:t>System login and Connectivity details </a:t>
            </a:r>
            <a:endParaRPr lang="en-US" sz="2400" b="1" dirty="0">
              <a:solidFill>
                <a:srgbClr val="007CC3"/>
              </a:solidFill>
            </a:endParaRPr>
          </a:p>
        </p:txBody>
      </p:sp>
      <p:sp>
        <p:nvSpPr>
          <p:cNvPr id="8" name="Rectangle 7"/>
          <p:cNvSpPr/>
          <p:nvPr/>
        </p:nvSpPr>
        <p:spPr>
          <a:xfrm>
            <a:off x="87009" y="278907"/>
            <a:ext cx="8960738" cy="4524315"/>
          </a:xfrm>
          <a:prstGeom prst="rect">
            <a:avLst/>
          </a:prstGeom>
        </p:spPr>
        <p:txBody>
          <a:bodyPr wrap="square">
            <a:spAutoFit/>
          </a:bodyPr>
          <a:lstStyle/>
          <a:p>
            <a:pPr lvl="0"/>
            <a:r>
              <a:rPr lang="en-US" sz="1600" dirty="0" smtClean="0"/>
              <a:t>1. </a:t>
            </a:r>
            <a:r>
              <a:rPr lang="en-US" sz="1600" b="1" dirty="0" smtClean="0"/>
              <a:t>Please </a:t>
            </a:r>
            <a:r>
              <a:rPr lang="en-US" sz="1600" b="1" dirty="0"/>
              <a:t>Log into the desktop with local ID and password as shown below </a:t>
            </a:r>
          </a:p>
          <a:p>
            <a:pPr marL="342900" lvl="0" indent="-342900">
              <a:buFont typeface="+mj-lt"/>
              <a:buAutoNum type="arabicPeriod"/>
            </a:pPr>
            <a:endParaRPr lang="en-US" sz="1600" dirty="0">
              <a:solidFill>
                <a:srgbClr val="1F497D"/>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endParaRPr lang="en-US" sz="1600"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endParaRPr lang="en-US" sz="1600" dirty="0" smtClean="0">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endParaRPr lang="en-US" sz="1600" dirty="0" smtClean="0">
              <a:latin typeface="Calibri" panose="020F0502020204030204" pitchFamily="34" charset="0"/>
              <a:ea typeface="Calibri" panose="020F0502020204030204" pitchFamily="34" charset="0"/>
              <a:cs typeface="Times New Roman" panose="02020603050405020304" pitchFamily="18" charset="0"/>
            </a:endParaRPr>
          </a:p>
          <a:p>
            <a:r>
              <a:rPr lang="en-US" sz="1600" dirty="0" smtClean="0"/>
              <a:t>2. </a:t>
            </a:r>
            <a:r>
              <a:rPr lang="en-US" sz="1600" b="1" dirty="0" smtClean="0"/>
              <a:t>To change password of Infosys Domain ID</a:t>
            </a:r>
            <a:endParaRPr lang="en-US" sz="1600" b="1" dirty="0"/>
          </a:p>
          <a:p>
            <a:r>
              <a:rPr lang="en-US" sz="1600" dirty="0" smtClean="0"/>
              <a:t>      -  Please </a:t>
            </a:r>
            <a:r>
              <a:rPr lang="en-US" sz="1600" dirty="0"/>
              <a:t>try to open google.com in Internet Explorer and type in </a:t>
            </a:r>
            <a:r>
              <a:rPr lang="en-US" sz="1600" b="1" i="1" dirty="0"/>
              <a:t>Internet guest coupon </a:t>
            </a:r>
            <a:r>
              <a:rPr lang="en-US" sz="1600" dirty="0" smtClean="0"/>
              <a:t>when </a:t>
            </a:r>
            <a:r>
              <a:rPr lang="en-US" sz="1600" dirty="0"/>
              <a:t>it ask for </a:t>
            </a:r>
            <a:r>
              <a:rPr lang="en-US" sz="1600" dirty="0" smtClean="0"/>
              <a:t>	authentication( Please note: one time internet guest coupon already shared with you)</a:t>
            </a:r>
            <a:endParaRPr lang="en-US" sz="1600" dirty="0"/>
          </a:p>
          <a:p>
            <a:r>
              <a:rPr lang="en-US" sz="1600" dirty="0" smtClean="0"/>
              <a:t>      - After successful authentication </a:t>
            </a:r>
            <a:r>
              <a:rPr lang="en-US" sz="1600" dirty="0"/>
              <a:t>please access </a:t>
            </a:r>
            <a:r>
              <a:rPr lang="en-US" sz="1600" dirty="0" smtClean="0"/>
              <a:t>below </a:t>
            </a:r>
            <a:r>
              <a:rPr lang="en-US" sz="1600" dirty="0"/>
              <a:t>URL </a:t>
            </a:r>
            <a:r>
              <a:rPr lang="en-US" sz="1600" dirty="0" smtClean="0"/>
              <a:t>for changing Infosys domain password, 	</a:t>
            </a:r>
            <a:r>
              <a:rPr lang="en-US" sz="1600" dirty="0" smtClean="0">
                <a:hlinkClick r:id="rId3"/>
              </a:rPr>
              <a:t>https</a:t>
            </a:r>
            <a:r>
              <a:rPr lang="en-US" sz="1600" dirty="0">
                <a:hlinkClick r:id="rId3"/>
              </a:rPr>
              <a:t>://stsakaash.infosys.com/adfs/portal/updatepassword</a:t>
            </a:r>
            <a:endParaRPr lang="en-US" sz="1600" dirty="0" smtClean="0"/>
          </a:p>
          <a:p>
            <a:pPr marL="342900" indent="-342900">
              <a:buFont typeface="+mj-lt"/>
              <a:buAutoNum type="arabicPeriod"/>
            </a:pPr>
            <a:endParaRPr lang="en-US" sz="1600" dirty="0" smtClean="0"/>
          </a:p>
          <a:p>
            <a:pPr marL="342900" indent="-342900">
              <a:buFont typeface="+mj-lt"/>
              <a:buAutoNum type="arabicPeriod"/>
            </a:pPr>
            <a:endParaRPr lang="en-US" sz="1600" dirty="0"/>
          </a:p>
          <a:p>
            <a:pPr marL="342900" indent="-342900">
              <a:buFont typeface="+mj-lt"/>
              <a:buAutoNum type="arabicPeriod"/>
            </a:pPr>
            <a:endParaRPr lang="en-US" sz="1600" dirty="0" smtClean="0"/>
          </a:p>
          <a:p>
            <a:pPr marL="342900" indent="-342900">
              <a:buFont typeface="+mj-lt"/>
              <a:buAutoNum type="arabicPeriod"/>
            </a:pPr>
            <a:endParaRPr lang="en-US" sz="1600" dirty="0"/>
          </a:p>
          <a:p>
            <a:pPr marL="342900" indent="-342900">
              <a:buFont typeface="+mj-lt"/>
              <a:buAutoNum type="arabicPeriod"/>
            </a:pPr>
            <a:endParaRPr lang="en-US" sz="1600" dirty="0" smtClean="0"/>
          </a:p>
          <a:p>
            <a:pPr marL="342900" indent="-342900">
              <a:buFont typeface="+mj-lt"/>
              <a:buAutoNum type="arabicPeriod"/>
            </a:pPr>
            <a:endParaRPr lang="en-US" sz="1600" dirty="0" smtClean="0"/>
          </a:p>
          <a:p>
            <a:r>
              <a:rPr lang="en-US" sz="1600" b="1" dirty="0" smtClean="0"/>
              <a:t>  </a:t>
            </a:r>
            <a:r>
              <a:rPr lang="en-US" sz="1600" b="1" dirty="0" smtClean="0">
                <a:solidFill>
                  <a:srgbClr val="FF0000"/>
                </a:solidFill>
              </a:rPr>
              <a:t>Please note: </a:t>
            </a:r>
            <a:r>
              <a:rPr lang="en-US" sz="1600" b="1" i="1" dirty="0" smtClean="0">
                <a:solidFill>
                  <a:schemeClr val="tx1"/>
                </a:solidFill>
              </a:rPr>
              <a:t>You have to use above domain ID and password for accessing internet in class room as 		                well as ECC rooms during training period.</a:t>
            </a:r>
            <a:endParaRPr lang="en-US" sz="1600" i="1"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390980825"/>
              </p:ext>
            </p:extLst>
          </p:nvPr>
        </p:nvGraphicFramePr>
        <p:xfrm>
          <a:off x="519202" y="748644"/>
          <a:ext cx="5532682" cy="548640"/>
        </p:xfrm>
        <a:graphic>
          <a:graphicData uri="http://schemas.openxmlformats.org/drawingml/2006/table">
            <a:tbl>
              <a:tblPr firstRow="1" firstCol="1" bandRow="1">
                <a:tableStyleId>{5940675A-B579-460E-94D1-54222C63F5DA}</a:tableStyleId>
              </a:tblPr>
              <a:tblGrid>
                <a:gridCol w="1129124">
                  <a:extLst>
                    <a:ext uri="{9D8B030D-6E8A-4147-A177-3AD203B41FA5}">
                      <a16:colId xmlns:a16="http://schemas.microsoft.com/office/drawing/2014/main" val="914713688"/>
                    </a:ext>
                  </a:extLst>
                </a:gridCol>
                <a:gridCol w="4403558">
                  <a:extLst>
                    <a:ext uri="{9D8B030D-6E8A-4147-A177-3AD203B41FA5}">
                      <a16:colId xmlns:a16="http://schemas.microsoft.com/office/drawing/2014/main" val="738963153"/>
                    </a:ext>
                  </a:extLst>
                </a:gridCol>
              </a:tblGrid>
              <a:tr h="0">
                <a:tc>
                  <a:txBody>
                    <a:bodyPr/>
                    <a:lstStyle/>
                    <a:p>
                      <a:pPr marL="0" marR="0" algn="l">
                        <a:spcBef>
                          <a:spcPts val="0"/>
                        </a:spcBef>
                        <a:spcAft>
                          <a:spcPts val="0"/>
                        </a:spcAft>
                      </a:pPr>
                      <a:r>
                        <a:rPr lang="en-US" sz="1800" b="1" dirty="0">
                          <a:effectLst/>
                        </a:rPr>
                        <a:t>Login ID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800" b="1" dirty="0">
                          <a:solidFill>
                            <a:srgbClr val="FF0000"/>
                          </a:solidFill>
                          <a:effectLst/>
                        </a:rPr>
                        <a:t>.\hsbc_2019</a:t>
                      </a:r>
                      <a:endPar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2625239"/>
                  </a:ext>
                </a:extLst>
              </a:tr>
              <a:tr h="0">
                <a:tc>
                  <a:txBody>
                    <a:bodyPr/>
                    <a:lstStyle/>
                    <a:p>
                      <a:pPr marL="0" marR="0" algn="l">
                        <a:spcBef>
                          <a:spcPts val="0"/>
                        </a:spcBef>
                        <a:spcAft>
                          <a:spcPts val="0"/>
                        </a:spcAft>
                      </a:pPr>
                      <a:r>
                        <a:rPr lang="en-US" sz="1800" b="1" dirty="0" smtClean="0">
                          <a:effectLst/>
                        </a:rPr>
                        <a:t>Password</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800" b="1" dirty="0">
                          <a:solidFill>
                            <a:srgbClr val="FF0000"/>
                          </a:solidFill>
                          <a:effectLst/>
                        </a:rPr>
                        <a:t>Welcome123</a:t>
                      </a:r>
                      <a:r>
                        <a:rPr lang="en-US" sz="1800" dirty="0">
                          <a:effectLst/>
                        </a:rPr>
                        <a:t> (Please note “W” in caps)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2124947"/>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233474465"/>
              </p:ext>
            </p:extLst>
          </p:nvPr>
        </p:nvGraphicFramePr>
        <p:xfrm>
          <a:off x="354674" y="2959833"/>
          <a:ext cx="8572757" cy="1188720"/>
        </p:xfrm>
        <a:graphic>
          <a:graphicData uri="http://schemas.openxmlformats.org/drawingml/2006/table">
            <a:tbl>
              <a:tblPr firstRow="1" firstCol="1" bandRow="1">
                <a:tableStyleId>{5940675A-B579-460E-94D1-54222C63F5DA}</a:tableStyleId>
              </a:tblPr>
              <a:tblGrid>
                <a:gridCol w="2841397">
                  <a:extLst>
                    <a:ext uri="{9D8B030D-6E8A-4147-A177-3AD203B41FA5}">
                      <a16:colId xmlns:a16="http://schemas.microsoft.com/office/drawing/2014/main" val="481973806"/>
                    </a:ext>
                  </a:extLst>
                </a:gridCol>
                <a:gridCol w="5731360">
                  <a:extLst>
                    <a:ext uri="{9D8B030D-6E8A-4147-A177-3AD203B41FA5}">
                      <a16:colId xmlns:a16="http://schemas.microsoft.com/office/drawing/2014/main" val="1826900001"/>
                    </a:ext>
                  </a:extLst>
                </a:gridCol>
              </a:tblGrid>
              <a:tr h="0">
                <a:tc>
                  <a:txBody>
                    <a:bodyPr/>
                    <a:lstStyle/>
                    <a:p>
                      <a:pPr marL="0" marR="0" algn="l">
                        <a:spcBef>
                          <a:spcPts val="0"/>
                        </a:spcBef>
                        <a:spcAft>
                          <a:spcPts val="0"/>
                        </a:spcAft>
                      </a:pPr>
                      <a:r>
                        <a:rPr kumimoji="0" lang="en-US" sz="1800" b="1" i="0" u="none" strike="noStrike" cap="none" spc="0" normalizeH="0" baseline="0" dirty="0">
                          <a:ln>
                            <a:noFill/>
                          </a:ln>
                          <a:solidFill>
                            <a:srgbClr val="000000"/>
                          </a:solidFill>
                          <a:effectLst/>
                          <a:uFillTx/>
                          <a:latin typeface="+mn-lt"/>
                          <a:ea typeface="+mn-ea"/>
                          <a:cs typeface="+mn-cs"/>
                          <a:sym typeface="Calibri"/>
                        </a:rPr>
                        <a:t>User ID ( Infosys Domain ID)</a:t>
                      </a:r>
                    </a:p>
                  </a:txBody>
                  <a:tcPr marL="68580" marR="68580" marT="0" marB="0"/>
                </a:tc>
                <a:tc>
                  <a:txBody>
                    <a:bodyPr/>
                    <a:lstStyle/>
                    <a:p>
                      <a:pPr marL="0" marR="0" algn="l">
                        <a:spcBef>
                          <a:spcPts val="0"/>
                        </a:spcBef>
                        <a:spcAft>
                          <a:spcPts val="0"/>
                        </a:spcAft>
                      </a:pPr>
                      <a:r>
                        <a:rPr kumimoji="0" lang="en-US" sz="1800" b="1" i="0" u="none" strike="noStrike" cap="none" spc="0" normalizeH="0" baseline="0" dirty="0" smtClean="0">
                          <a:ln>
                            <a:noFill/>
                          </a:ln>
                          <a:solidFill>
                            <a:srgbClr val="FF0000"/>
                          </a:solidFill>
                          <a:effectLst/>
                          <a:uFillTx/>
                          <a:latin typeface="+mn-lt"/>
                          <a:ea typeface="+mn-ea"/>
                          <a:cs typeface="+mn-cs"/>
                          <a:sym typeface="Calibri"/>
                        </a:rPr>
                        <a:t>Hsbc2019_xxxx@ad.infosys.com</a:t>
                      </a:r>
                      <a:r>
                        <a:rPr kumimoji="0" lang="en-US" sz="1800" b="0" i="0" u="none" strike="noStrike" cap="none" spc="0" normalizeH="0" baseline="0" dirty="0" smtClean="0">
                          <a:ln>
                            <a:noFill/>
                          </a:ln>
                          <a:solidFill>
                            <a:srgbClr val="000000"/>
                          </a:solidFill>
                          <a:effectLst/>
                          <a:uFillTx/>
                          <a:latin typeface="+mn-lt"/>
                          <a:ea typeface="+mn-ea"/>
                          <a:cs typeface="+mn-cs"/>
                          <a:sym typeface="Calibri"/>
                        </a:rPr>
                        <a:t> (Already shared with you)</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a:txBody>
                  <a:tcPr marL="68580" marR="68580" marT="0" marB="0"/>
                </a:tc>
                <a:extLst>
                  <a:ext uri="{0D108BD9-81ED-4DB2-BD59-A6C34878D82A}">
                    <a16:rowId xmlns:a16="http://schemas.microsoft.com/office/drawing/2014/main" val="1234258830"/>
                  </a:ext>
                </a:extLst>
              </a:tr>
              <a:tr h="0">
                <a:tc>
                  <a:txBody>
                    <a:bodyPr/>
                    <a:lstStyle/>
                    <a:p>
                      <a:pPr marL="0" marR="0" algn="l">
                        <a:spcBef>
                          <a:spcPts val="0"/>
                        </a:spcBef>
                        <a:spcAft>
                          <a:spcPts val="0"/>
                        </a:spcAft>
                      </a:pPr>
                      <a:r>
                        <a:rPr kumimoji="0" lang="en-US" sz="1800" b="1" i="0" u="none" strike="noStrike" cap="none" spc="0" normalizeH="0" baseline="0" dirty="0">
                          <a:ln>
                            <a:noFill/>
                          </a:ln>
                          <a:solidFill>
                            <a:srgbClr val="000000"/>
                          </a:solidFill>
                          <a:effectLst/>
                          <a:uFillTx/>
                          <a:latin typeface="+mn-lt"/>
                          <a:ea typeface="+mn-ea"/>
                          <a:cs typeface="+mn-cs"/>
                          <a:sym typeface="Calibri"/>
                        </a:rPr>
                        <a:t>Old Password</a:t>
                      </a:r>
                    </a:p>
                  </a:txBody>
                  <a:tcPr marL="68580" marR="68580" marT="0" marB="0"/>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cap="none" spc="0" normalizeH="0" baseline="0" dirty="0">
                          <a:ln>
                            <a:noFill/>
                          </a:ln>
                          <a:solidFill>
                            <a:srgbClr val="000000"/>
                          </a:solidFill>
                          <a:effectLst/>
                          <a:uFillTx/>
                          <a:latin typeface="+mn-lt"/>
                          <a:ea typeface="+mn-ea"/>
                          <a:cs typeface="+mn-cs"/>
                          <a:sym typeface="Calibri"/>
                        </a:rPr>
                        <a:t> </a:t>
                      </a:r>
                      <a:r>
                        <a:rPr kumimoji="0" lang="en-US" sz="2000" b="1" i="0" u="none" strike="noStrike" cap="none" spc="0" normalizeH="0" baseline="0" dirty="0" smtClean="0">
                          <a:ln>
                            <a:noFill/>
                          </a:ln>
                          <a:solidFill>
                            <a:srgbClr val="FF0000"/>
                          </a:solidFill>
                          <a:effectLst/>
                          <a:uFillTx/>
                          <a:latin typeface="+mn-lt"/>
                          <a:ea typeface="+mn-ea"/>
                          <a:cs typeface="+mn-cs"/>
                          <a:sym typeface="Calibri"/>
                        </a:rPr>
                        <a:t>Welcome@aug@2019</a:t>
                      </a:r>
                      <a:r>
                        <a:rPr kumimoji="0" lang="en-US" sz="2000" b="0" i="0" u="none" strike="noStrike" cap="none" spc="0" normalizeH="0" baseline="0" dirty="0" smtClean="0">
                          <a:ln>
                            <a:noFill/>
                          </a:ln>
                          <a:solidFill>
                            <a:srgbClr val="000000"/>
                          </a:solidFill>
                          <a:effectLst/>
                          <a:uFillTx/>
                          <a:latin typeface="+mn-lt"/>
                          <a:ea typeface="+mn-ea"/>
                          <a:cs typeface="+mn-cs"/>
                          <a:sym typeface="Calibri"/>
                        </a:rPr>
                        <a:t> </a:t>
                      </a:r>
                      <a:r>
                        <a:rPr lang="en-US" sz="2000" dirty="0" smtClean="0">
                          <a:effectLst/>
                        </a:rPr>
                        <a:t>(Please note “W” in caps)</a:t>
                      </a:r>
                      <a:endParaRPr lang="en-US" sz="20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31256358"/>
                  </a:ext>
                </a:extLst>
              </a:tr>
              <a:tr h="0">
                <a:tc>
                  <a:txBody>
                    <a:bodyPr/>
                    <a:lstStyle/>
                    <a:p>
                      <a:pPr marL="0" marR="0" algn="l">
                        <a:spcBef>
                          <a:spcPts val="0"/>
                        </a:spcBef>
                        <a:spcAft>
                          <a:spcPts val="0"/>
                        </a:spcAft>
                      </a:pPr>
                      <a:r>
                        <a:rPr kumimoji="0" lang="en-US" sz="1800" b="1" i="0" u="none" strike="noStrike" cap="none" spc="0" normalizeH="0" baseline="0" dirty="0">
                          <a:ln>
                            <a:noFill/>
                          </a:ln>
                          <a:solidFill>
                            <a:srgbClr val="000000"/>
                          </a:solidFill>
                          <a:effectLst/>
                          <a:uFillTx/>
                          <a:latin typeface="+mn-lt"/>
                          <a:ea typeface="+mn-ea"/>
                          <a:cs typeface="+mn-cs"/>
                          <a:sym typeface="Calibri"/>
                        </a:rPr>
                        <a:t>New Password</a:t>
                      </a:r>
                    </a:p>
                  </a:txBody>
                  <a:tcPr marL="68580" marR="68580" marT="0" marB="0"/>
                </a:tc>
                <a:tc>
                  <a:txBody>
                    <a:bodyPr/>
                    <a:lstStyle/>
                    <a:p>
                      <a:pPr marL="0" marR="0" algn="l">
                        <a:spcBef>
                          <a:spcPts val="0"/>
                        </a:spcBef>
                        <a:spcAft>
                          <a:spcPts val="0"/>
                        </a:spcAft>
                      </a:pPr>
                      <a:r>
                        <a:rPr kumimoji="0" lang="en-US" sz="2000" b="0" i="0" u="none" strike="noStrike" cap="none" spc="0" normalizeH="0" baseline="0" dirty="0">
                          <a:ln>
                            <a:noFill/>
                          </a:ln>
                          <a:solidFill>
                            <a:srgbClr val="000000"/>
                          </a:solidFill>
                          <a:effectLst/>
                          <a:uFillTx/>
                          <a:latin typeface="+mn-lt"/>
                          <a:ea typeface="+mn-ea"/>
                          <a:cs typeface="+mn-cs"/>
                          <a:sym typeface="Calibri"/>
                        </a:rPr>
                        <a:t> </a:t>
                      </a:r>
                      <a:r>
                        <a:rPr kumimoji="0" lang="en-US" sz="2000" b="0" i="0" u="none" strike="noStrike" cap="none" spc="0" normalizeH="0" baseline="0" dirty="0" smtClean="0">
                          <a:ln>
                            <a:noFill/>
                          </a:ln>
                          <a:solidFill>
                            <a:srgbClr val="000000"/>
                          </a:solidFill>
                          <a:effectLst/>
                          <a:uFillTx/>
                          <a:latin typeface="+mn-lt"/>
                          <a:ea typeface="+mn-ea"/>
                          <a:cs typeface="+mn-cs"/>
                          <a:sym typeface="Calibri"/>
                        </a:rPr>
                        <a:t>Sample Passwords hint : </a:t>
                      </a:r>
                      <a:r>
                        <a:rPr kumimoji="0" lang="en-US" sz="2000" b="1" i="0" u="none" strike="noStrike" cap="none" spc="0" normalizeH="0" baseline="0" dirty="0" smtClean="0">
                          <a:ln>
                            <a:noFill/>
                          </a:ln>
                          <a:solidFill>
                            <a:srgbClr val="FF0000"/>
                          </a:solidFill>
                          <a:effectLst/>
                          <a:uFillTx/>
                          <a:latin typeface="+mn-lt"/>
                          <a:ea typeface="+mn-ea"/>
                          <a:cs typeface="+mn-cs"/>
                          <a:sym typeface="Calibri"/>
                        </a:rPr>
                        <a:t>Hsbc123? </a:t>
                      </a:r>
                      <a:r>
                        <a:rPr kumimoji="0" lang="en-US" sz="2000" b="0" i="0" u="none" strike="noStrike" cap="none" spc="0" normalizeH="0" baseline="0" dirty="0" smtClean="0">
                          <a:ln>
                            <a:noFill/>
                          </a:ln>
                          <a:solidFill>
                            <a:srgbClr val="000000"/>
                          </a:solidFill>
                          <a:effectLst/>
                          <a:uFillTx/>
                          <a:latin typeface="+mn-lt"/>
                          <a:ea typeface="+mn-ea"/>
                          <a:cs typeface="+mn-cs"/>
                          <a:sym typeface="Calibri"/>
                        </a:rPr>
                        <a:t>and </a:t>
                      </a:r>
                      <a:r>
                        <a:rPr kumimoji="0" lang="en-US" sz="2000" b="1" i="0" u="none" strike="noStrike" cap="none" spc="0" normalizeH="0" baseline="0" dirty="0" smtClean="0">
                          <a:ln>
                            <a:noFill/>
                          </a:ln>
                          <a:solidFill>
                            <a:srgbClr val="FF0000"/>
                          </a:solidFill>
                          <a:effectLst/>
                          <a:uFillTx/>
                          <a:latin typeface="+mn-lt"/>
                          <a:ea typeface="+mn-ea"/>
                          <a:cs typeface="+mn-cs"/>
                          <a:sym typeface="Calibri"/>
                        </a:rPr>
                        <a:t>Infy3456.</a:t>
                      </a:r>
                      <a:endParaRPr kumimoji="0" lang="en-US" sz="2000" b="1" i="0" u="none" strike="noStrike" cap="none" spc="0" normalizeH="0" baseline="0" dirty="0">
                        <a:ln>
                          <a:noFill/>
                        </a:ln>
                        <a:solidFill>
                          <a:srgbClr val="FF0000"/>
                        </a:solidFill>
                        <a:effectLst/>
                        <a:uFillTx/>
                        <a:latin typeface="+mn-lt"/>
                        <a:ea typeface="+mn-ea"/>
                        <a:cs typeface="+mn-cs"/>
                        <a:sym typeface="Calibri"/>
                      </a:endParaRPr>
                    </a:p>
                  </a:txBody>
                  <a:tcPr marL="68580" marR="68580" marT="0" marB="0"/>
                </a:tc>
                <a:extLst>
                  <a:ext uri="{0D108BD9-81ED-4DB2-BD59-A6C34878D82A}">
                    <a16:rowId xmlns:a16="http://schemas.microsoft.com/office/drawing/2014/main" val="2515509095"/>
                  </a:ext>
                </a:extLst>
              </a:tr>
              <a:tr h="0">
                <a:tc>
                  <a:txBody>
                    <a:bodyPr/>
                    <a:lstStyle/>
                    <a:p>
                      <a:pPr marL="0" marR="0" algn="l">
                        <a:spcBef>
                          <a:spcPts val="0"/>
                        </a:spcBef>
                        <a:spcAft>
                          <a:spcPts val="0"/>
                        </a:spcAft>
                      </a:pPr>
                      <a:r>
                        <a:rPr kumimoji="0" lang="en-US" sz="1800" b="1" i="0" u="none" strike="noStrike" cap="none" spc="0" normalizeH="0" baseline="0" dirty="0">
                          <a:ln>
                            <a:noFill/>
                          </a:ln>
                          <a:solidFill>
                            <a:srgbClr val="000000"/>
                          </a:solidFill>
                          <a:effectLst/>
                          <a:uFillTx/>
                          <a:latin typeface="+mn-lt"/>
                          <a:ea typeface="+mn-ea"/>
                          <a:cs typeface="+mn-cs"/>
                          <a:sym typeface="Calibri"/>
                        </a:rPr>
                        <a:t>Confirm password</a:t>
                      </a:r>
                    </a:p>
                  </a:txBody>
                  <a:tcPr marL="68580" marR="68580" marT="0" marB="0"/>
                </a:tc>
                <a:tc>
                  <a:txBody>
                    <a:bodyPr/>
                    <a:lstStyle/>
                    <a:p>
                      <a:pPr marL="0" marR="0" algn="l">
                        <a:spcBef>
                          <a:spcPts val="0"/>
                        </a:spcBef>
                        <a:spcAft>
                          <a:spcPts val="0"/>
                        </a:spcAft>
                      </a:pPr>
                      <a:r>
                        <a:rPr kumimoji="0" lang="en-US" sz="2000" b="0" i="0" u="none" strike="noStrike" cap="none" spc="0" normalizeH="0" baseline="0" dirty="0" smtClean="0">
                          <a:ln>
                            <a:noFill/>
                          </a:ln>
                          <a:solidFill>
                            <a:srgbClr val="000000"/>
                          </a:solidFill>
                          <a:effectLst/>
                          <a:uFillTx/>
                          <a:latin typeface="+mn-lt"/>
                          <a:ea typeface="+mn-ea"/>
                          <a:cs typeface="+mn-cs"/>
                          <a:sym typeface="Calibri"/>
                        </a:rPr>
                        <a:t>Confirm your new password</a:t>
                      </a:r>
                      <a:endParaRPr kumimoji="0" lang="en-US" sz="2000" b="0" i="0" u="none" strike="noStrike" cap="none" spc="0" normalizeH="0" baseline="0" dirty="0">
                        <a:ln>
                          <a:noFill/>
                        </a:ln>
                        <a:solidFill>
                          <a:srgbClr val="000000"/>
                        </a:solidFill>
                        <a:effectLst/>
                        <a:uFillTx/>
                        <a:latin typeface="+mn-lt"/>
                        <a:ea typeface="+mn-ea"/>
                        <a:cs typeface="+mn-cs"/>
                        <a:sym typeface="Calibri"/>
                      </a:endParaRPr>
                    </a:p>
                  </a:txBody>
                  <a:tcPr marL="68580" marR="68580" marT="0" marB="0"/>
                </a:tc>
                <a:extLst>
                  <a:ext uri="{0D108BD9-81ED-4DB2-BD59-A6C34878D82A}">
                    <a16:rowId xmlns:a16="http://schemas.microsoft.com/office/drawing/2014/main" val="3683963272"/>
                  </a:ext>
                </a:extLst>
              </a:tr>
            </a:tbl>
          </a:graphicData>
        </a:graphic>
      </p:graphicFrame>
    </p:spTree>
    <p:extLst>
      <p:ext uri="{BB962C8B-B14F-4D97-AF65-F5344CB8AC3E}">
        <p14:creationId xmlns:p14="http://schemas.microsoft.com/office/powerpoint/2010/main" val="503849335"/>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0869" y="50310"/>
            <a:ext cx="5372616" cy="452986"/>
          </a:xfrm>
        </p:spPr>
        <p:txBody>
          <a:bodyPr/>
          <a:lstStyle/>
          <a:p>
            <a:r>
              <a:rPr lang="en-US" sz="2400" b="1" dirty="0">
                <a:solidFill>
                  <a:srgbClr val="007CC3"/>
                </a:solidFill>
              </a:rPr>
              <a:t>Changing local ID and Password</a:t>
            </a:r>
            <a:endParaRPr lang="en-US" sz="2400" b="1" dirty="0">
              <a:solidFill>
                <a:srgbClr val="007CC3"/>
              </a:solidFill>
            </a:endParaRPr>
          </a:p>
        </p:txBody>
      </p:sp>
      <p:pic>
        <p:nvPicPr>
          <p:cNvPr id="5" name="Picture 4"/>
          <p:cNvPicPr>
            <a:picLocks noChangeAspect="1"/>
          </p:cNvPicPr>
          <p:nvPr/>
        </p:nvPicPr>
        <p:blipFill>
          <a:blip r:embed="rId3"/>
          <a:stretch>
            <a:fillRect/>
          </a:stretch>
        </p:blipFill>
        <p:spPr>
          <a:xfrm>
            <a:off x="250498" y="1776429"/>
            <a:ext cx="6896261" cy="2051829"/>
          </a:xfrm>
          <a:prstGeom prst="rect">
            <a:avLst/>
          </a:prstGeom>
        </p:spPr>
      </p:pic>
      <p:sp>
        <p:nvSpPr>
          <p:cNvPr id="6" name="Rectangle 5"/>
          <p:cNvSpPr/>
          <p:nvPr/>
        </p:nvSpPr>
        <p:spPr>
          <a:xfrm>
            <a:off x="28326" y="452986"/>
            <a:ext cx="9115674" cy="1354217"/>
          </a:xfrm>
          <a:prstGeom prst="rect">
            <a:avLst/>
          </a:prstGeom>
        </p:spPr>
        <p:txBody>
          <a:bodyPr wrap="square">
            <a:spAutoFit/>
          </a:bodyPr>
          <a:lstStyle/>
          <a:p>
            <a:r>
              <a:rPr lang="en-US" sz="1600" dirty="0"/>
              <a:t>Please use below steps to change </a:t>
            </a:r>
            <a:r>
              <a:rPr lang="en-US" sz="1600" dirty="0" smtClean="0"/>
              <a:t>local password </a:t>
            </a:r>
            <a:r>
              <a:rPr lang="en-US" sz="1600" dirty="0"/>
              <a:t>on your </a:t>
            </a:r>
            <a:r>
              <a:rPr lang="en-US" sz="1600" dirty="0" smtClean="0"/>
              <a:t>desktop,</a:t>
            </a:r>
          </a:p>
          <a:p>
            <a:endParaRPr lang="en-US" sz="1600" dirty="0"/>
          </a:p>
          <a:p>
            <a:r>
              <a:rPr lang="en-US" sz="1600" dirty="0"/>
              <a:t> </a:t>
            </a:r>
            <a:r>
              <a:rPr lang="en-US" sz="1600" dirty="0" smtClean="0"/>
              <a:t>Please </a:t>
            </a:r>
            <a:r>
              <a:rPr lang="en-US" sz="1600" dirty="0"/>
              <a:t>go to </a:t>
            </a:r>
            <a:r>
              <a:rPr lang="en-US" sz="1600" b="1" i="1" dirty="0"/>
              <a:t>start&gt;Run&gt; </a:t>
            </a:r>
            <a:r>
              <a:rPr lang="en-US" sz="1600" dirty="0"/>
              <a:t>type “</a:t>
            </a:r>
            <a:r>
              <a:rPr lang="en-US" sz="1600" b="1" i="1" dirty="0" err="1"/>
              <a:t>compmgmt.msc</a:t>
            </a:r>
            <a:r>
              <a:rPr lang="en-US" sz="1600" dirty="0"/>
              <a:t>”</a:t>
            </a:r>
          </a:p>
          <a:p>
            <a:pPr marL="342900" lvl="0" indent="-342900">
              <a:buFont typeface="Calibri" panose="020F0502020204030204" pitchFamily="34" charset="0"/>
              <a:buChar char="-"/>
            </a:pPr>
            <a:r>
              <a:rPr lang="en-US" sz="1600" dirty="0"/>
              <a:t>Go </a:t>
            </a:r>
            <a:r>
              <a:rPr lang="en-US" sz="1600" b="1" i="1" dirty="0"/>
              <a:t>Local User and groups&gt;Users</a:t>
            </a:r>
            <a:r>
              <a:rPr lang="en-US" sz="1600" dirty="0"/>
              <a:t>, please set the password for the local ID “</a:t>
            </a:r>
            <a:r>
              <a:rPr lang="en-US" sz="1600" b="1" i="1" dirty="0" smtClean="0"/>
              <a:t>hsbc_2019”</a:t>
            </a:r>
            <a:r>
              <a:rPr lang="en-US" sz="1600" dirty="0" smtClean="0"/>
              <a:t> </a:t>
            </a:r>
            <a:r>
              <a:rPr lang="en-US" sz="1600" dirty="0"/>
              <a:t>as shown below</a:t>
            </a:r>
            <a:r>
              <a:rPr lang="en-US" dirty="0" smtClean="0">
                <a:solidFill>
                  <a:srgbClr val="1F497D"/>
                </a:solidFill>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250498" y="3987284"/>
            <a:ext cx="8893502" cy="584775"/>
          </a:xfrm>
          <a:prstGeom prst="rect">
            <a:avLst/>
          </a:prstGeom>
        </p:spPr>
        <p:txBody>
          <a:bodyPr wrap="square">
            <a:spAutoFit/>
          </a:bodyPr>
          <a:lstStyle/>
          <a:p>
            <a:r>
              <a:rPr lang="en-US" sz="1600" b="1" dirty="0"/>
              <a:t>Note: </a:t>
            </a:r>
            <a:r>
              <a:rPr lang="en-US" sz="1600" dirty="0" smtClean="0"/>
              <a:t>This </a:t>
            </a:r>
            <a:r>
              <a:rPr lang="en-US" sz="1600" dirty="0"/>
              <a:t>will be your new password for your desktop </a:t>
            </a:r>
            <a:r>
              <a:rPr lang="en-US" sz="1600" dirty="0" smtClean="0"/>
              <a:t>login, your next user ID and password are show below </a:t>
            </a:r>
          </a:p>
        </p:txBody>
      </p:sp>
      <p:graphicFrame>
        <p:nvGraphicFramePr>
          <p:cNvPr id="8" name="Table 7"/>
          <p:cNvGraphicFramePr>
            <a:graphicFrameLocks noGrp="1"/>
          </p:cNvGraphicFramePr>
          <p:nvPr>
            <p:extLst>
              <p:ext uri="{D42A27DB-BD31-4B8C-83A1-F6EECF244321}">
                <p14:modId xmlns:p14="http://schemas.microsoft.com/office/powerpoint/2010/main" val="471789832"/>
              </p:ext>
            </p:extLst>
          </p:nvPr>
        </p:nvGraphicFramePr>
        <p:xfrm>
          <a:off x="250498" y="4552751"/>
          <a:ext cx="5532682" cy="548640"/>
        </p:xfrm>
        <a:graphic>
          <a:graphicData uri="http://schemas.openxmlformats.org/drawingml/2006/table">
            <a:tbl>
              <a:tblPr firstRow="1" firstCol="1" bandRow="1">
                <a:tableStyleId>{5940675A-B579-460E-94D1-54222C63F5DA}</a:tableStyleId>
              </a:tblPr>
              <a:tblGrid>
                <a:gridCol w="1129124">
                  <a:extLst>
                    <a:ext uri="{9D8B030D-6E8A-4147-A177-3AD203B41FA5}">
                      <a16:colId xmlns:a16="http://schemas.microsoft.com/office/drawing/2014/main" val="914713688"/>
                    </a:ext>
                  </a:extLst>
                </a:gridCol>
                <a:gridCol w="4403558">
                  <a:extLst>
                    <a:ext uri="{9D8B030D-6E8A-4147-A177-3AD203B41FA5}">
                      <a16:colId xmlns:a16="http://schemas.microsoft.com/office/drawing/2014/main" val="738963153"/>
                    </a:ext>
                  </a:extLst>
                </a:gridCol>
              </a:tblGrid>
              <a:tr h="0">
                <a:tc>
                  <a:txBody>
                    <a:bodyPr/>
                    <a:lstStyle/>
                    <a:p>
                      <a:pPr marL="0" marR="0" algn="l">
                        <a:spcBef>
                          <a:spcPts val="0"/>
                        </a:spcBef>
                        <a:spcAft>
                          <a:spcPts val="0"/>
                        </a:spcAft>
                      </a:pPr>
                      <a:r>
                        <a:rPr lang="en-US" sz="1800" b="1" dirty="0">
                          <a:effectLst/>
                        </a:rPr>
                        <a:t>Login ID  </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800" b="1" dirty="0">
                          <a:solidFill>
                            <a:srgbClr val="FF0000"/>
                          </a:solidFill>
                          <a:effectLst/>
                        </a:rPr>
                        <a:t>.\hsbc_2019</a:t>
                      </a:r>
                      <a:endPar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2625239"/>
                  </a:ext>
                </a:extLst>
              </a:tr>
              <a:tr h="0">
                <a:tc>
                  <a:txBody>
                    <a:bodyPr/>
                    <a:lstStyle/>
                    <a:p>
                      <a:pPr marL="0" marR="0" algn="l">
                        <a:spcBef>
                          <a:spcPts val="0"/>
                        </a:spcBef>
                        <a:spcAft>
                          <a:spcPts val="0"/>
                        </a:spcAft>
                      </a:pPr>
                      <a:r>
                        <a:rPr lang="en-US" sz="1800" b="1" dirty="0" smtClean="0">
                          <a:effectLst/>
                        </a:rPr>
                        <a:t>Password</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spcBef>
                          <a:spcPts val="0"/>
                        </a:spcBef>
                        <a:spcAft>
                          <a:spcPts val="0"/>
                        </a:spcAft>
                      </a:pPr>
                      <a:r>
                        <a:rPr lang="en-US" sz="1800" dirty="0" smtClean="0">
                          <a:effectLst/>
                          <a:latin typeface="Calibri" panose="020F0502020204030204" pitchFamily="34" charset="0"/>
                          <a:ea typeface="Calibri" panose="020F0502020204030204" pitchFamily="34" charset="0"/>
                          <a:cs typeface="Times New Roman" panose="02020603050405020304" pitchFamily="18" charset="0"/>
                        </a:rPr>
                        <a:t>Your</a:t>
                      </a:r>
                      <a:r>
                        <a:rPr lang="en-US" sz="1800" baseline="0" dirty="0" smtClean="0">
                          <a:effectLst/>
                          <a:latin typeface="Calibri" panose="020F0502020204030204" pitchFamily="34" charset="0"/>
                          <a:ea typeface="Calibri" panose="020F0502020204030204" pitchFamily="34" charset="0"/>
                          <a:cs typeface="Times New Roman" panose="02020603050405020304" pitchFamily="18" charset="0"/>
                        </a:rPr>
                        <a:t> new password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2124947"/>
                  </a:ext>
                </a:extLst>
              </a:tr>
            </a:tbl>
          </a:graphicData>
        </a:graphic>
      </p:graphicFrame>
    </p:spTree>
    <p:extLst>
      <p:ext uri="{BB962C8B-B14F-4D97-AF65-F5344CB8AC3E}">
        <p14:creationId xmlns:p14="http://schemas.microsoft.com/office/powerpoint/2010/main" val="2287222332"/>
      </p:ext>
    </p:extLst>
  </p:cSld>
  <p:clrMapOvr>
    <a:masterClrMapping/>
  </p:clrMapOvr>
  <p:transition spd="med"/>
</p:sld>
</file>

<file path=ppt/theme/theme1.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680208</TotalTime>
  <Words>135</Words>
  <Application>Microsoft Office PowerPoint</Application>
  <PresentationFormat>On-screen Show (16:9)</PresentationFormat>
  <Paragraphs>38</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Times New Roman</vt:lpstr>
      <vt:lpstr>Infosys Template 1</vt:lpstr>
      <vt:lpstr>System login and Connectivity details </vt:lpstr>
      <vt:lpstr>Changing local ID and Password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Purushothama N</cp:lastModifiedBy>
  <cp:revision>277</cp:revision>
  <dcterms:modified xsi:type="dcterms:W3CDTF">2019-08-22T12:44:29Z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MSIP_Label_be4b3411-284d-4d31-bd4f-bc13ef7f1fd6_Enabled">
    <vt:lpwstr>True</vt:lpwstr>
  </property>
  <property fmtid="{D5CDD505-2E9C-101B-9397-08002B2CF9AE}" pid="6" name="MSIP_Label_be4b3411-284d-4d31-bd4f-bc13ef7f1fd6_SiteId">
    <vt:lpwstr>63ce7d59-2f3e-42cd-a8cc-be764cff5eb6</vt:lpwstr>
  </property>
  <property fmtid="{D5CDD505-2E9C-101B-9397-08002B2CF9AE}" pid="7" name="MSIP_Label_be4b3411-284d-4d31-bd4f-bc13ef7f1fd6_Owner">
    <vt:lpwstr>Purushothama_N@ad.infosys.com</vt:lpwstr>
  </property>
  <property fmtid="{D5CDD505-2E9C-101B-9397-08002B2CF9AE}" pid="8" name="MSIP_Label_be4b3411-284d-4d31-bd4f-bc13ef7f1fd6_SetDate">
    <vt:lpwstr>2019-08-22T07:28:18.1673786Z</vt:lpwstr>
  </property>
  <property fmtid="{D5CDD505-2E9C-101B-9397-08002B2CF9AE}" pid="9" name="MSIP_Label_be4b3411-284d-4d31-bd4f-bc13ef7f1fd6_Name">
    <vt:lpwstr>Internal</vt:lpwstr>
  </property>
  <property fmtid="{D5CDD505-2E9C-101B-9397-08002B2CF9AE}" pid="10" name="MSIP_Label_be4b3411-284d-4d31-bd4f-bc13ef7f1fd6_Application">
    <vt:lpwstr>Microsoft Azure Information Protection</vt:lpwstr>
  </property>
  <property fmtid="{D5CDD505-2E9C-101B-9397-08002B2CF9AE}" pid="11" name="MSIP_Label_be4b3411-284d-4d31-bd4f-bc13ef7f1fd6_ActionId">
    <vt:lpwstr>c01e41de-8577-49e3-9cf1-64a348645424</vt:lpwstr>
  </property>
  <property fmtid="{D5CDD505-2E9C-101B-9397-08002B2CF9AE}" pid="12" name="MSIP_Label_be4b3411-284d-4d31-bd4f-bc13ef7f1fd6_Extended_MSFT_Method">
    <vt:lpwstr>Automatic</vt:lpwstr>
  </property>
  <property fmtid="{D5CDD505-2E9C-101B-9397-08002B2CF9AE}" pid="13" name="MSIP_Label_a0819fa7-4367-4500-ba88-dd630d977609_Enabled">
    <vt:lpwstr>True</vt:lpwstr>
  </property>
  <property fmtid="{D5CDD505-2E9C-101B-9397-08002B2CF9AE}" pid="14" name="MSIP_Label_a0819fa7-4367-4500-ba88-dd630d977609_SiteId">
    <vt:lpwstr>63ce7d59-2f3e-42cd-a8cc-be764cff5eb6</vt:lpwstr>
  </property>
  <property fmtid="{D5CDD505-2E9C-101B-9397-08002B2CF9AE}" pid="15" name="MSIP_Label_a0819fa7-4367-4500-ba88-dd630d977609_Owner">
    <vt:lpwstr>Purushothama_N@ad.infosys.com</vt:lpwstr>
  </property>
  <property fmtid="{D5CDD505-2E9C-101B-9397-08002B2CF9AE}" pid="16" name="MSIP_Label_a0819fa7-4367-4500-ba88-dd630d977609_SetDate">
    <vt:lpwstr>2019-08-22T07:28:18.1673786Z</vt:lpwstr>
  </property>
  <property fmtid="{D5CDD505-2E9C-101B-9397-08002B2CF9AE}" pid="17" name="MSIP_Label_a0819fa7-4367-4500-ba88-dd630d977609_Name">
    <vt:lpwstr>Companywide usage</vt:lpwstr>
  </property>
  <property fmtid="{D5CDD505-2E9C-101B-9397-08002B2CF9AE}" pid="18" name="MSIP_Label_a0819fa7-4367-4500-ba88-dd630d977609_Application">
    <vt:lpwstr>Microsoft Azure Information Protection</vt:lpwstr>
  </property>
  <property fmtid="{D5CDD505-2E9C-101B-9397-08002B2CF9AE}" pid="19" name="MSIP_Label_a0819fa7-4367-4500-ba88-dd630d977609_ActionId">
    <vt:lpwstr>c01e41de-8577-49e3-9cf1-64a348645424</vt:lpwstr>
  </property>
  <property fmtid="{D5CDD505-2E9C-101B-9397-08002B2CF9AE}" pid="20" name="MSIP_Label_a0819fa7-4367-4500-ba88-dd630d977609_Parent">
    <vt:lpwstr>be4b3411-284d-4d31-bd4f-bc13ef7f1fd6</vt:lpwstr>
  </property>
  <property fmtid="{D5CDD505-2E9C-101B-9397-08002B2CF9AE}" pid="21" name="MSIP_Label_a0819fa7-4367-4500-ba88-dd630d977609_Extended_MSFT_Method">
    <vt:lpwstr>Automatic</vt:lpwstr>
  </property>
  <property fmtid="{D5CDD505-2E9C-101B-9397-08002B2CF9AE}" pid="22" name="Sensitivity">
    <vt:lpwstr>Internal Companywide usage</vt:lpwstr>
  </property>
</Properties>
</file>