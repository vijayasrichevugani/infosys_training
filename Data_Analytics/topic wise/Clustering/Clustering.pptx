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C1FFD-6CE7-40CE-B2D6-FFE13FE5438B}" type="datetimeFigureOut">
              <a:rPr lang="en-IN" smtClean="0"/>
              <a:t>10-09-2019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7CF04-97C9-4268-B494-F4A435A90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278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C1FFD-6CE7-40CE-B2D6-FFE13FE5438B}" type="datetimeFigureOut">
              <a:rPr lang="en-IN" smtClean="0"/>
              <a:t>10-09-2019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7CF04-97C9-4268-B494-F4A435A90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553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C1FFD-6CE7-40CE-B2D6-FFE13FE5438B}" type="datetimeFigureOut">
              <a:rPr lang="en-IN" smtClean="0"/>
              <a:t>10-09-2019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7CF04-97C9-4268-B494-F4A435A90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077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C1FFD-6CE7-40CE-B2D6-FFE13FE5438B}" type="datetimeFigureOut">
              <a:rPr lang="en-IN" smtClean="0"/>
              <a:t>10-09-2019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7CF04-97C9-4268-B494-F4A435A90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778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C1FFD-6CE7-40CE-B2D6-FFE13FE5438B}" type="datetimeFigureOut">
              <a:rPr lang="en-IN" smtClean="0"/>
              <a:t>10-09-2019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7CF04-97C9-4268-B494-F4A435A90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875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C1FFD-6CE7-40CE-B2D6-FFE13FE5438B}" type="datetimeFigureOut">
              <a:rPr lang="en-IN" smtClean="0"/>
              <a:t>10-09-2019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7CF04-97C9-4268-B494-F4A435A90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436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C1FFD-6CE7-40CE-B2D6-FFE13FE5438B}" type="datetimeFigureOut">
              <a:rPr lang="en-IN" smtClean="0"/>
              <a:t>10-09-2019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7CF04-97C9-4268-B494-F4A435A90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8105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C1FFD-6CE7-40CE-B2D6-FFE13FE5438B}" type="datetimeFigureOut">
              <a:rPr lang="en-IN" smtClean="0"/>
              <a:t>10-09-2019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7CF04-97C9-4268-B494-F4A435A90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519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C1FFD-6CE7-40CE-B2D6-FFE13FE5438B}" type="datetimeFigureOut">
              <a:rPr lang="en-IN" smtClean="0"/>
              <a:t>10-09-2019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7CF04-97C9-4268-B494-F4A435A90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969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C1FFD-6CE7-40CE-B2D6-FFE13FE5438B}" type="datetimeFigureOut">
              <a:rPr lang="en-IN" smtClean="0"/>
              <a:t>10-09-2019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7CF04-97C9-4268-B494-F4A435A90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8593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C1FFD-6CE7-40CE-B2D6-FFE13FE5438B}" type="datetimeFigureOut">
              <a:rPr lang="en-IN" smtClean="0"/>
              <a:t>10-09-2019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7CF04-97C9-4268-B494-F4A435A90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777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3C1FFD-6CE7-40CE-B2D6-FFE13FE5438B}" type="datetimeFigureOut">
              <a:rPr lang="en-IN" smtClean="0"/>
              <a:t>10-09-2019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97CF04-97C9-4268-B494-F4A435A90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291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577" y="674106"/>
            <a:ext cx="9570992" cy="535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225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629" y="413259"/>
            <a:ext cx="9800000" cy="578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802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730" y="1022492"/>
            <a:ext cx="8908676" cy="4843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115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124" y="699247"/>
            <a:ext cx="9075003" cy="520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407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789" y="552389"/>
            <a:ext cx="10824041" cy="6078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536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754" y="1211249"/>
            <a:ext cx="9632023" cy="444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785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33587"/>
          <a:stretch/>
        </p:blipFill>
        <p:spPr>
          <a:xfrm>
            <a:off x="792480" y="1466801"/>
            <a:ext cx="10484031" cy="237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607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096" y="836412"/>
            <a:ext cx="11508105" cy="1679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832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933450"/>
            <a:ext cx="11811000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252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715" y="748938"/>
            <a:ext cx="10935146" cy="563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143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29" y="956174"/>
            <a:ext cx="10526214" cy="5056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408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194" y="1114121"/>
            <a:ext cx="10734811" cy="4236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002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747" y="736004"/>
            <a:ext cx="9290413" cy="468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827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412" y="834551"/>
            <a:ext cx="9464856" cy="471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0092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782" y="975401"/>
            <a:ext cx="10007781" cy="460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4965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6" y="1304731"/>
            <a:ext cx="10201138" cy="398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2272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629" y="1577339"/>
            <a:ext cx="9646920" cy="361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3844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43" y="519200"/>
            <a:ext cx="11303317" cy="5897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265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Oklahoma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Vigneshwar V</dc:creator>
  <cp:lastModifiedBy>Vigneshwar V</cp:lastModifiedBy>
  <cp:revision>4</cp:revision>
  <dcterms:created xsi:type="dcterms:W3CDTF">2019-09-10T05:54:57Z</dcterms:created>
  <dcterms:modified xsi:type="dcterms:W3CDTF">2019-09-10T06:41:03Z</dcterms:modified>
</cp:coreProperties>
</file>