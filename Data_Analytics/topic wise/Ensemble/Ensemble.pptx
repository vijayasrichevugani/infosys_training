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1" r:id="rId3"/>
    <p:sldId id="260" r:id="rId4"/>
    <p:sldId id="262" r:id="rId5"/>
    <p:sldId id="263" r:id="rId6"/>
    <p:sldId id="258" r:id="rId7"/>
    <p:sldId id="264" r:id="rId8"/>
    <p:sldId id="25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3EEED-8F4F-4EB6-A852-3752B3D55713}" type="datetimeFigureOut">
              <a:rPr lang="en-IN" smtClean="0"/>
              <a:t>10-09-2019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6A0A3-5EED-433A-A3C6-1F321367AC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3093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3EEED-8F4F-4EB6-A852-3752B3D55713}" type="datetimeFigureOut">
              <a:rPr lang="en-IN" smtClean="0"/>
              <a:t>10-09-2019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6A0A3-5EED-433A-A3C6-1F321367AC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0542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3EEED-8F4F-4EB6-A852-3752B3D55713}" type="datetimeFigureOut">
              <a:rPr lang="en-IN" smtClean="0"/>
              <a:t>10-09-2019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6A0A3-5EED-433A-A3C6-1F321367AC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4112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3EEED-8F4F-4EB6-A852-3752B3D55713}" type="datetimeFigureOut">
              <a:rPr lang="en-IN" smtClean="0"/>
              <a:t>10-09-2019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6A0A3-5EED-433A-A3C6-1F321367AC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4552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3EEED-8F4F-4EB6-A852-3752B3D55713}" type="datetimeFigureOut">
              <a:rPr lang="en-IN" smtClean="0"/>
              <a:t>10-09-2019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6A0A3-5EED-433A-A3C6-1F321367AC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0806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3EEED-8F4F-4EB6-A852-3752B3D55713}" type="datetimeFigureOut">
              <a:rPr lang="en-IN" smtClean="0"/>
              <a:t>10-09-2019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6A0A3-5EED-433A-A3C6-1F321367AC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0141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3EEED-8F4F-4EB6-A852-3752B3D55713}" type="datetimeFigureOut">
              <a:rPr lang="en-IN" smtClean="0"/>
              <a:t>10-09-2019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6A0A3-5EED-433A-A3C6-1F321367AC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0819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3EEED-8F4F-4EB6-A852-3752B3D55713}" type="datetimeFigureOut">
              <a:rPr lang="en-IN" smtClean="0"/>
              <a:t>10-09-2019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6A0A3-5EED-433A-A3C6-1F321367AC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5814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3EEED-8F4F-4EB6-A852-3752B3D55713}" type="datetimeFigureOut">
              <a:rPr lang="en-IN" smtClean="0"/>
              <a:t>10-09-2019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6A0A3-5EED-433A-A3C6-1F321367AC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661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3EEED-8F4F-4EB6-A852-3752B3D55713}" type="datetimeFigureOut">
              <a:rPr lang="en-IN" smtClean="0"/>
              <a:t>10-09-2019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6A0A3-5EED-433A-A3C6-1F321367AC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4622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3EEED-8F4F-4EB6-A852-3752B3D55713}" type="datetimeFigureOut">
              <a:rPr lang="en-IN" smtClean="0"/>
              <a:t>10-09-2019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6A0A3-5EED-433A-A3C6-1F321367AC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6540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03EEED-8F4F-4EB6-A852-3752B3D55713}" type="datetimeFigureOut">
              <a:rPr lang="en-IN" smtClean="0"/>
              <a:t>10-09-2019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86A0A3-5EED-433A-A3C6-1F321367AC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4960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491" y="346440"/>
            <a:ext cx="9392466" cy="6143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657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25" y="1000125"/>
            <a:ext cx="10801350" cy="485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700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572" y="282898"/>
            <a:ext cx="9974835" cy="6157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768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171450"/>
            <a:ext cx="11201400" cy="651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346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772" y="212908"/>
            <a:ext cx="10789511" cy="6512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603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15" y="252821"/>
            <a:ext cx="10261011" cy="6244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93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062" y="307018"/>
            <a:ext cx="10581050" cy="6368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695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782" y="305379"/>
            <a:ext cx="9771153" cy="5864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7136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Oklahoma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Vigneshwar V</dc:creator>
  <cp:lastModifiedBy>Vigneshwar V</cp:lastModifiedBy>
  <cp:revision>2</cp:revision>
  <dcterms:created xsi:type="dcterms:W3CDTF">2019-09-10T07:15:24Z</dcterms:created>
  <dcterms:modified xsi:type="dcterms:W3CDTF">2019-09-10T07:26:10Z</dcterms:modified>
</cp:coreProperties>
</file>